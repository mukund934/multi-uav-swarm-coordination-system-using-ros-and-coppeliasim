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7" r:id="rId1"/>
  </p:sldMasterIdLst>
  <p:notesMasterIdLst>
    <p:notesMasterId r:id="rId6"/>
  </p:notesMasterIdLst>
  <p:sldIdLst>
    <p:sldId id="256" r:id="rId2"/>
    <p:sldId id="257" r:id="rId3"/>
    <p:sldId id="259" r:id="rId4"/>
    <p:sldId id="26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-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38440F-6663-451A-A84B-B7896458C9D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512526-8C73-49E5-9FD1-0BA75E7381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21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12526-8C73-49E5-9FD1-0BA75E7381E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951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6934-F506-4AFC-A3D2-55E4CB5314E0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C79F9-EEC0-4AEA-80D8-7B9FE3692CB2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6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6934-F506-4AFC-A3D2-55E4CB5314E0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C79F9-EEC0-4AEA-80D8-7B9FE3692C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382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6934-F506-4AFC-A3D2-55E4CB5314E0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C79F9-EEC0-4AEA-80D8-7B9FE3692C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176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6934-F506-4AFC-A3D2-55E4CB5314E0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C79F9-EEC0-4AEA-80D8-7B9FE3692C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344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6934-F506-4AFC-A3D2-55E4CB5314E0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C79F9-EEC0-4AEA-80D8-7B9FE3692C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757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6934-F506-4AFC-A3D2-55E4CB5314E0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C79F9-EEC0-4AEA-80D8-7B9FE3692C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496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6934-F506-4AFC-A3D2-55E4CB5314E0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C79F9-EEC0-4AEA-80D8-7B9FE3692C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77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6934-F506-4AFC-A3D2-55E4CB5314E0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C79F9-EEC0-4AEA-80D8-7B9FE3692C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272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6934-F506-4AFC-A3D2-55E4CB5314E0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C79F9-EEC0-4AEA-80D8-7B9FE3692C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765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6934-F506-4AFC-A3D2-55E4CB5314E0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C79F9-EEC0-4AEA-80D8-7B9FE3692C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97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6934-F506-4AFC-A3D2-55E4CB5314E0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C79F9-EEC0-4AEA-80D8-7B9FE3692C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459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6934-F506-4AFC-A3D2-55E4CB5314E0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C79F9-EEC0-4AEA-80D8-7B9FE3692CB2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9525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6934-F506-4AFC-A3D2-55E4CB5314E0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C79F9-EEC0-4AEA-80D8-7B9FE3692C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604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6934-F506-4AFC-A3D2-55E4CB5314E0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C79F9-EEC0-4AEA-80D8-7B9FE3692CB2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29880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6934-F506-4AFC-A3D2-55E4CB5314E0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C79F9-EEC0-4AEA-80D8-7B9FE3692C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563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6934-F506-4AFC-A3D2-55E4CB5314E0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C79F9-EEC0-4AEA-80D8-7B9FE3692C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3397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6934-F506-4AFC-A3D2-55E4CB5314E0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C79F9-EEC0-4AEA-80D8-7B9FE3692C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850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1726934-F506-4AFC-A3D2-55E4CB5314E0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27C79F9-EEC0-4AEA-80D8-7B9FE3692C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6440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  <p:sldLayoutId id="2147483941" r:id="rId4"/>
    <p:sldLayoutId id="2147483942" r:id="rId5"/>
    <p:sldLayoutId id="2147483943" r:id="rId6"/>
    <p:sldLayoutId id="2147483944" r:id="rId7"/>
    <p:sldLayoutId id="2147483945" r:id="rId8"/>
    <p:sldLayoutId id="2147483946" r:id="rId9"/>
    <p:sldLayoutId id="2147483947" r:id="rId10"/>
    <p:sldLayoutId id="2147483948" r:id="rId11"/>
    <p:sldLayoutId id="2147483949" r:id="rId12"/>
    <p:sldLayoutId id="2147483950" r:id="rId13"/>
    <p:sldLayoutId id="2147483951" r:id="rId14"/>
    <p:sldLayoutId id="2147483952" r:id="rId15"/>
    <p:sldLayoutId id="2147483953" r:id="rId16"/>
    <p:sldLayoutId id="214748395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file/d/1EjgAVc-gD8bYFuQx_FyDylM_yaMQIpzm/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2C0D4-F3B9-C950-0B7E-AFD382329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728" y="1285566"/>
            <a:ext cx="10593388" cy="1025013"/>
          </a:xfrm>
        </p:spPr>
        <p:txBody>
          <a:bodyPr>
            <a:normAutofit fontScale="90000"/>
          </a:bodyPr>
          <a:lstStyle/>
          <a:p>
            <a:r>
              <a:rPr lang="en-US" sz="8900" b="1" dirty="0"/>
              <a:t>UAV swarms</a:t>
            </a:r>
            <a:br>
              <a:rPr lang="en-US" sz="8900" b="1" dirty="0"/>
            </a:br>
            <a:r>
              <a:rPr lang="en-US" sz="400" b="1" dirty="0"/>
              <a:t>  </a:t>
            </a:r>
            <a:br>
              <a:rPr lang="en-US" b="1" dirty="0"/>
            </a:br>
            <a:r>
              <a:rPr lang="en-US" sz="4000" dirty="0"/>
              <a:t>under</a:t>
            </a:r>
            <a:r>
              <a:rPr lang="en-US" sz="2200" dirty="0"/>
              <a:t> : </a:t>
            </a:r>
            <a:r>
              <a:rPr lang="en-IN" sz="2000" i="1" u="sng" dirty="0"/>
              <a:t>Defence and Counter Measures</a:t>
            </a:r>
            <a:endParaRPr lang="en-IN" b="1" i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8B117-8252-F6D4-974F-0E9BA0AD1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7884" y="4547421"/>
            <a:ext cx="5102942" cy="2573595"/>
          </a:xfrm>
        </p:spPr>
        <p:txBody>
          <a:bodyPr>
            <a:normAutofit/>
          </a:bodyPr>
          <a:lstStyle/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Group Members: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Sahil Kaushik - 231010240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Mukund Thakur - 231010230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Satyendra Kumar Tandan - 231010242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ABD0B41-3A69-074C-F392-7EA492A05B8E}"/>
              </a:ext>
            </a:extLst>
          </p:cNvPr>
          <p:cNvSpPr txBox="1">
            <a:spLocks/>
          </p:cNvSpPr>
          <p:nvPr/>
        </p:nvSpPr>
        <p:spPr>
          <a:xfrm>
            <a:off x="455705" y="4956968"/>
            <a:ext cx="5102942" cy="25735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Supervised By:</a:t>
            </a:r>
          </a:p>
          <a:p>
            <a:r>
              <a:rPr lang="en-US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Shrivishal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Tripathi</a:t>
            </a:r>
          </a:p>
        </p:txBody>
      </p:sp>
    </p:spTree>
    <p:extLst>
      <p:ext uri="{BB962C8B-B14F-4D97-AF65-F5344CB8AC3E}">
        <p14:creationId xmlns:p14="http://schemas.microsoft.com/office/powerpoint/2010/main" val="1331727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BF8F6-F353-90B2-C02D-F1EFC1611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58" y="0"/>
            <a:ext cx="11232482" cy="1507067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Introduction</a:t>
            </a:r>
            <a:endParaRPr lang="en-IN" sz="54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245C87-34A5-4FDA-44E3-1FF81A4034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8174" y="1200023"/>
            <a:ext cx="9698650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Overview: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need for advanced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defence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mechanisms in modern warfare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Drone swarms offer rapid response capabilities through detection, evasion, and interception strategies.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Software used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</a:p>
          <a:p>
            <a:pPr marL="9144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gazebo + ROS +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ardupilot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(faced many errors, because of version issue)</a:t>
            </a:r>
          </a:p>
          <a:p>
            <a:pPr marL="9144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Unreal engine +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Mircrosoft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AirSim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(faced plugin issue &amp; extensive use of GPU)</a:t>
            </a:r>
          </a:p>
          <a:p>
            <a:pPr marL="9144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WeBots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+ ROS (faced problems in integrating multiple drones, and env issues)</a:t>
            </a:r>
          </a:p>
          <a:p>
            <a:pPr marL="9144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CoppeliaSim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+ ROS (Successful implementation)</a:t>
            </a:r>
          </a:p>
          <a:p>
            <a:pPr marL="9144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DB0421-A815-9867-79E0-FEF854407134}"/>
              </a:ext>
            </a:extLst>
          </p:cNvPr>
          <p:cNvSpPr txBox="1"/>
          <p:nvPr/>
        </p:nvSpPr>
        <p:spPr>
          <a:xfrm>
            <a:off x="1038174" y="4324026"/>
            <a:ext cx="879408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 Key Use Cases:</a:t>
            </a:r>
          </a:p>
          <a:p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Missile Detection &amp; Evasion</a:t>
            </a:r>
            <a:endParaRPr lang="en-US" sz="2000" dirty="0"/>
          </a:p>
          <a:p>
            <a:pPr lvl="2"/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Sacrificial Interception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Missile Redirection (Kamikaze Mode)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06818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A6151-DFEA-D0BB-C6B5-6B01DC9DB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E7169-5C80-597C-8BE1-F191B7A2D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759" y="-182990"/>
            <a:ext cx="11232482" cy="1507067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/>
              <a:t>Working Principles &amp; Core Features</a:t>
            </a:r>
            <a:endParaRPr lang="en-IN" sz="7200" b="1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2DF4A03-BBD7-636A-4989-746E88A725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0251" y="1119406"/>
            <a:ext cx="11861749" cy="5558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chemeClr val="tx1"/>
                </a:solidFill>
              </a:rPr>
              <a:t>Sensor &amp; AI Integration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Rapid threat assessment determines whether to evade, intercept, or redirect missiles.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800" b="1" dirty="0">
                <a:solidFill>
                  <a:schemeClr val="tx1"/>
                </a:solidFill>
              </a:rPr>
              <a:t>Dynamic Decision-Making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Automatically deploys the optimal countermeasure: dodge, sacrificial intercept, or redirection.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800" b="1" dirty="0">
                <a:solidFill>
                  <a:schemeClr val="tx1"/>
                </a:solidFill>
              </a:rPr>
              <a:t>Swarm Coordination &amp; Formation Control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Drones can shift among various formations (line, triangle, circle) to optimize </a:t>
            </a:r>
            <a:r>
              <a:rPr lang="en-US" sz="1800" dirty="0" err="1">
                <a:solidFill>
                  <a:schemeClr val="tx1"/>
                </a:solidFill>
              </a:rPr>
              <a:t>defence</a:t>
            </a:r>
            <a:r>
              <a:rPr lang="en-US" sz="1800" dirty="0">
                <a:solidFill>
                  <a:schemeClr val="tx1"/>
                </a:solidFill>
              </a:rPr>
              <a:t> or confuse adversaries.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Dynamic pattern visuals enhance situational awareness and tactical signaling.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800" b="1" dirty="0">
                <a:solidFill>
                  <a:schemeClr val="tx1"/>
                </a:solidFill>
              </a:rPr>
              <a:t>Dual-Mode Operation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Standard Mode:</a:t>
            </a:r>
            <a:r>
              <a:rPr lang="en-US" sz="1800" dirty="0">
                <a:solidFill>
                  <a:schemeClr val="tx1"/>
                </a:solidFill>
              </a:rPr>
              <a:t> Routine navigation and patrol.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Emergency Mode:</a:t>
            </a:r>
            <a:r>
              <a:rPr lang="en-US" sz="1800" dirty="0">
                <a:solidFill>
                  <a:schemeClr val="tx1"/>
                </a:solidFill>
              </a:rPr>
              <a:t> Includes kamikaze and redirection strategies for critical threats.</a:t>
            </a:r>
          </a:p>
        </p:txBody>
      </p:sp>
    </p:spTree>
    <p:extLst>
      <p:ext uri="{BB962C8B-B14F-4D97-AF65-F5344CB8AC3E}">
        <p14:creationId xmlns:p14="http://schemas.microsoft.com/office/powerpoint/2010/main" val="2513724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65B0237-D0E1-D84F-00BB-314A425D80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72143"/>
            <a:ext cx="12192000" cy="598585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39C6DE1-8039-19FE-4669-F69037C0B40B}"/>
              </a:ext>
            </a:extLst>
          </p:cNvPr>
          <p:cNvSpPr txBox="1">
            <a:spLocks/>
          </p:cNvSpPr>
          <p:nvPr/>
        </p:nvSpPr>
        <p:spPr>
          <a:xfrm>
            <a:off x="479759" y="-189545"/>
            <a:ext cx="11232482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800" b="1" dirty="0"/>
              <a:t>Results</a:t>
            </a:r>
            <a:endParaRPr lang="en-IN" sz="4800" b="1" dirty="0"/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AAA254D3-4EFB-0075-16C3-34EBC1F56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8451" y="5753163"/>
            <a:ext cx="4769292" cy="1453882"/>
          </a:xfrm>
        </p:spPr>
        <p:txBody>
          <a:bodyPr>
            <a:normAutofit/>
          </a:bodyPr>
          <a:lstStyle/>
          <a:p>
            <a:r>
              <a:rPr lang="en-IN" sz="18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Link for demonstration - </a:t>
            </a:r>
            <a:r>
              <a:rPr lang="en-IN" sz="1800" b="1" dirty="0">
                <a:hlinkClick r:id="rId4"/>
              </a:rPr>
              <a:t>LINK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1987278693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523</TotalTime>
  <Words>235</Words>
  <Application>Microsoft Office PowerPoint</Application>
  <PresentationFormat>Widescreen</PresentationFormat>
  <Paragraphs>42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Century Gothic</vt:lpstr>
      <vt:lpstr>Wingdings 3</vt:lpstr>
      <vt:lpstr>Slice</vt:lpstr>
      <vt:lpstr>UAV swarms    under : Defence and Counter Measures</vt:lpstr>
      <vt:lpstr>Introduction</vt:lpstr>
      <vt:lpstr>Working Principles &amp; Core Features</vt:lpstr>
      <vt:lpstr>Link for demonstration -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Mukund Thakur</dc:creator>
  <cp:lastModifiedBy>Mukund Thakur</cp:lastModifiedBy>
  <cp:revision>1</cp:revision>
  <dcterms:created xsi:type="dcterms:W3CDTF">2025-04-04T03:34:03Z</dcterms:created>
  <dcterms:modified xsi:type="dcterms:W3CDTF">2025-05-01T22:50:56Z</dcterms:modified>
</cp:coreProperties>
</file>